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1704320" cy="7315200"/>
  <p:notesSz cx="7315200" cy="117043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704320" cy="749808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Impedance BC Implementation Comparison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9692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 vs new IMPEDANCE implementation and IMPEDANCE vs RCR behavior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5349240" cy="5440680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F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Solver code deltas in IMPEDANCE block setup and runtime behavior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350008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Functionality: convolution controls, memory persistence, and validation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008376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Rationale for major design decisions and tradeoffs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666744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Implications for 3D-0D coupling and full 0D simulation modes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432511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from fixtures and tests in svZeroDSolver/svZeroDTrees/svzt-agent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5074920" cy="2514600"/>
          </a:xfrm>
          <a:prstGeom prst="roundRect">
            <a:avLst>
              <a:gd name="adj" fmla="val 2909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32588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Comparison Axis A: Prior -&gt; New IMPEDANCE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7373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Period ownership moved to simulation_parameters.cardiac_period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176272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Configure signature simplified; parser-level period requirement removed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615184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 handling now tied to model dt/period consistency at initialization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977640"/>
            <a:ext cx="5074920" cy="2514600"/>
          </a:xfrm>
          <a:prstGeom prst="roundRect">
            <a:avLst>
              <a:gd name="adj" fmla="val 2909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42519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B3E0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Comparison Axis B: IMPEDANCE vs RCR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466344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History-based periodic convolution vs low-order lumped approximation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5102352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Persistent memory semantics under coupling retries and commits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5541264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Runtime cost/accuracy tradeoff via exact vs truncated kernel usage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6903720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694944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Impedance BC implementation comparison: solver + workflow implications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704320" cy="749808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Context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9692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IMPEDANCE behavior differs in full 0D and 3D-0D workflows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349240" cy="5440680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89320" y="1097280"/>
            <a:ext cx="5166360" cy="544068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32588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0D Simulation Path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1828800"/>
            <a:ext cx="4663440" cy="868680"/>
          </a:xfrm>
          <a:prstGeom prst="roundRect">
            <a:avLst>
              <a:gd name="adj" fmla="val 631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574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JSON boundary_conditions + simulation_parameters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51760" y="2761488"/>
            <a:ext cx="1097280" cy="411480"/>
          </a:xfrm>
          <a:prstGeom prst="chevron">
            <a:avLst/>
          </a:prstGeom>
          <a:solidFill>
            <a:srgbClr val="BAE6FD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337560"/>
            <a:ext cx="4663440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621024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Model::update_time() -&gt; ImpedanceBC::update_time()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Convolution uses accepted one-cycle history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8006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cardiac_period must align with dt and kernel length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509320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Kernel history starts after one accepted period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538581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Exact/truncated modes control per-step cost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80760" y="132588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3D-0D Coupled Iteration Path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1828800"/>
            <a:ext cx="4663440" cy="1051560"/>
          </a:xfrm>
          <a:prstGeom prst="roundRect">
            <a:avLst>
              <a:gd name="adj" fmla="val 521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10312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Interface retry loop: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update_state() -&gt; run_simulation() -&gt; return_y()/return_ydot()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09560" y="2926080"/>
            <a:ext cx="1097280" cy="411480"/>
          </a:xfrm>
          <a:prstGeom prst="chevron">
            <a:avLst/>
          </a:prstGeom>
          <a:solidFill>
            <a:srgbClr val="FDE68A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520440"/>
            <a:ext cx="4663440" cy="1051560"/>
          </a:xfrm>
          <a:prstGeom prst="roundRect">
            <a:avLst>
              <a:gd name="adj" fmla="val 5217"/>
            </a:avLst>
          </a:prstGeom>
          <a:solidFill>
            <a:srgbClr val="FEFCE8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85876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Committed persistent-state snapshot controls rollback-safe retries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48006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Deterministic trial reruns from identical committed state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17920" y="509320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Commit occurs when caller accepts state via return_y/return_ydot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17920" y="538581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Behavior explicitly verified in interface test_04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1480" y="6903720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694944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Impedance BC implementation comparison: solver + workflow implications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704320" cy="749808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Solver Code Changes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9692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Period ownership refactor and parser/configuration wiring updates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89320" y="109728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353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 implementation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755648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Required period inside bc_values for each IMPEDANCE BC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2057400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Parser checked or set model.cardiac_cycle_period from BC field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2359152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configure(z, period, pd, mode, num_kernel_terms)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1353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B3E0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New implementation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53328" y="1755648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period removed from IMPEDANCE bc_values contract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53328" y="2057400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 source of truth: simulation_parameters.cardiac_period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53328" y="2359152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configure(z, pd, mode, num_kernel_terms)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337560"/>
            <a:ext cx="106984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566160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Code-level evidence (HEAD commit 161870a5)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840480"/>
            <a:ext cx="100584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ImpedanceBC::configure signature
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old: configure(const std::vector&lt;double&gt;&amp; z, double period, double pd, ...)
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new: configure(const std::vector&lt;double&gt;&amp; z, double pd, ...)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Initialization guard in ensure_initialized()
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double period = model-&gt;cardiac_cycle_period;
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(period &lt;= 0.0) throw runtime_error(...cardiac_period &gt; 0...);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SimulationParameters::create_boundary_conditions
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 parsing and BC-level period consistency checks removed.
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IMPEDANCE now configures from z, Pd, convolution_mode, num_kernel_terms.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6903720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694944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Impedance BC implementation comparison: solver + workflow implications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704320" cy="749808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Runtime Behavior of New IMPEDANCE BC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9692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Discrete periodic convolution + one-cycle ring buffer memory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6720840" cy="5440680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pic>
        <p:nvPicPr>
          <p:cNvPr id="6" name="Image 0" descr="/Users/ndorn/Documents/Stanford/PhD/Marsden_Lab/SimVascular/svz/repos/svZeroDSolver/docs/slides/impedance_bc_impl_comparison_work/assets/generated/convolution_ringbuffer_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6217920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572000"/>
            <a:ext cx="6309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8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Implicit term z0*Q(n+1) is assembled in F; lagged terms accumulate into C</a:t>
            </a:r>
            <a:endParaRPr lang="en-US" sz="1180" dirty="0"/>
          </a:p>
        </p:txBody>
      </p:sp>
      <p:sp>
        <p:nvSpPr>
          <p:cNvPr id="8" name="Text 5"/>
          <p:cNvSpPr/>
          <p:nvPr/>
        </p:nvSpPr>
        <p:spPr>
          <a:xfrm>
            <a:off x="777240" y="4855464"/>
            <a:ext cx="6309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8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Lagged flows are read from accepted-state ring buffer (not transient trial state)</a:t>
            </a:r>
            <a:endParaRPr lang="en-US" sz="1180" dirty="0"/>
          </a:p>
        </p:txBody>
      </p:sp>
      <p:sp>
        <p:nvSpPr>
          <p:cNvPr id="9" name="Text 6"/>
          <p:cNvSpPr/>
          <p:nvPr/>
        </p:nvSpPr>
        <p:spPr>
          <a:xfrm>
            <a:off x="777240" y="5138928"/>
            <a:ext cx="6309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8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Startup rule: lagged convolution disabled until one full accepted period elapsed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777240" y="5422392"/>
            <a:ext cx="6309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8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Runtime checks enforce integer period/dt and z.size() == period steps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7498080" y="1097280"/>
            <a:ext cx="3703320" cy="5440680"/>
          </a:xfrm>
          <a:prstGeom prst="roundRect">
            <a:avLst>
              <a:gd name="adj" fmla="val 19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26680" y="137160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5F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Execution modes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726680" y="1737360"/>
            <a:ext cx="3246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exact: num_kernel_terms = Np (full period)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26680" y="2020824"/>
            <a:ext cx="3246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truncated: user sets num_kernel_terms in [1, Np]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26680" y="2304288"/>
            <a:ext cx="3246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Per-step convolution cost scales with num_kernel_terms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26680" y="283464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B3E0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invariants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726680" y="3200400"/>
            <a:ext cx="3246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dt must remain fixed after initialization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26680" y="3483864"/>
            <a:ext cx="3246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Persistent state compatibility checks include kernel size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26680" y="3767328"/>
            <a:ext cx="3246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Corrupted state payloads fail fast with explicit runtime errors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11480" y="6903720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694944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Impedance BC implementation comparison: solver + workflow implications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704320" cy="749808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Coupling Trial/Accept Semantics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9692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Rollback safety for persistent memory in repeated external-coupling trials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6629400" cy="5440680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pic>
        <p:nvPicPr>
          <p:cNvPr id="6" name="Image 0" descr="/Users/ndorn/Documents/Stanford/PhD/Marsden_Lab/SimVascular/svz/repos/svZeroDSolver/docs/slides/impedance_bc_impl_comparison_work/assets/generated/coupling_state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6126480" cy="3063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617720"/>
            <a:ext cx="6217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8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return_y()/return_ydot() snapshots committed block persistent state</a:t>
            </a:r>
            <a:endParaRPr lang="en-US" sz="1180" dirty="0"/>
          </a:p>
        </p:txBody>
      </p:sp>
      <p:sp>
        <p:nvSpPr>
          <p:cNvPr id="8" name="Text 5"/>
          <p:cNvSpPr/>
          <p:nvPr/>
        </p:nvSpPr>
        <p:spPr>
          <a:xfrm>
            <a:off x="777240" y="4901184"/>
            <a:ext cx="6217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8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update_state() restores committed state before each new trial</a:t>
            </a:r>
            <a:endParaRPr lang="en-US" sz="1180" dirty="0"/>
          </a:p>
        </p:txBody>
      </p:sp>
      <p:sp>
        <p:nvSpPr>
          <p:cNvPr id="9" name="Text 6"/>
          <p:cNvSpPr/>
          <p:nvPr/>
        </p:nvSpPr>
        <p:spPr>
          <a:xfrm>
            <a:off x="777240" y="5184648"/>
            <a:ext cx="6217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8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run_simulation() advances from rollback-safe memory baseline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7315200" y="1097280"/>
            <a:ext cx="3886200" cy="5440680"/>
          </a:xfrm>
          <a:prstGeom prst="roundRect">
            <a:avLst>
              <a:gd name="adj" fmla="val 1882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543800" y="137160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B3E0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from tests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543800" y="1737360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test_interface/test_04 repeats trial runs from same committed state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43800" y="2048256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Asserts deterministic equivalence across repeated trials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43800" y="235915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Asserts observable state change after explicit commit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543800" y="2670048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Confirms IMPEDANCE persistent memory participates in coupling protocol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543800" y="374904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5F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Implication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543800" y="40690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3D solvers can probe multiple sub-iterations per external step without contaminating accepted impedance history.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411480" y="6903720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694944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Impedance BC implementation comparison: solver + workflow implications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704320" cy="749808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Functionality and Validation Surface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9692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the new implementation enables and how it is guarded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0698480" cy="5440680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149840" cy="3474720"/>
        </p:xfrm>
        <a:graphic>
          <a:graphicData uri="http://schemas.openxmlformats.org/drawingml/2006/table">
            <a:tbl>
              <a:tblPr/>
              <a:tblGrid>
                <a:gridCol w="3383280"/>
                <a:gridCol w="338328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Capability / Guard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Behavior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Failure Mode / Message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Kernel modes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exact (full Np) and truncated (k &lt;= Np)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Invalid mode or k out of range throws runtime_error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Period source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simulation_parameters.cardiac_period only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cardiac_period &lt;= 0 rejected at initialization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Temporal consistency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Requires integer period/dt and fixed dt post-init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Non-integer ratio or dt change rejected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Kernel shape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z must be finite array with z.size() = Np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Missing/invalid/non-finite kernel rejected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Persistent state integrity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Supports get/set with compatibility checks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Corrupted payload or size mismatch rejected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1417320"/>
            <a:ext cx="10149840" cy="38404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51790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Capability / Guard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11880" y="151790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Behavior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269480" y="151790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Failure Mode / Message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5212080"/>
            <a:ext cx="10058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Compared with the prior contract, validation is centralized around model-level temporal consistency.</a:t>
            </a:r>
            <a:endParaRPr lang="en-US" sz="1130" dirty="0"/>
          </a:p>
        </p:txBody>
      </p:sp>
      <p:sp>
        <p:nvSpPr>
          <p:cNvPr id="12" name="Text 9"/>
          <p:cNvSpPr/>
          <p:nvPr/>
        </p:nvSpPr>
        <p:spPr>
          <a:xfrm>
            <a:off x="822960" y="5513832"/>
            <a:ext cx="10058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removes duplicated period declarations and reduces mismatch states between BCs and global simulation settings.</a:t>
            </a:r>
            <a:endParaRPr lang="en-US" sz="1130" dirty="0"/>
          </a:p>
        </p:txBody>
      </p:sp>
      <p:sp>
        <p:nvSpPr>
          <p:cNvPr id="13" name="Shape 10"/>
          <p:cNvSpPr/>
          <p:nvPr/>
        </p:nvSpPr>
        <p:spPr>
          <a:xfrm>
            <a:off x="411480" y="6903720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694944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Impedance BC implementation comparison: solver + workflow implications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704320" cy="749808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Implementation Decision Rationale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9692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these design choices were made and what they trade off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0698480" cy="5440680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149840" cy="4114800"/>
        </p:xfrm>
        <a:graphic>
          <a:graphicData uri="http://schemas.openxmlformats.org/drawingml/2006/table">
            <a:tbl>
              <a:tblPr/>
              <a:tblGrid>
                <a:gridCol w="3383280"/>
                <a:gridCol w="338328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Decision</a:t>
                      </a:r>
                      <a:endParaRPr lang="en-US" sz="104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Justification</a:t>
                      </a:r>
                      <a:endParaRPr lang="en-US" sz="104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Tradeoff</a:t>
                      </a:r>
                      <a:endParaRPr lang="en-US" sz="104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Remove BC-level period field</a:t>
                      </a:r>
                      <a:endParaRPr lang="en-US" sz="104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Single source of truth in simulation_parameters improves consistency and parser simplicity.</a:t>
                      </a:r>
                      <a:endParaRPr lang="en-US" sz="104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Requires users to set global cardiac_period explicitly for IMPEDANCE.</a:t>
                      </a:r>
                      <a:endParaRPr lang="en-US" sz="104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Initialize from model dt and cardiac_period</a:t>
                      </a:r>
                      <a:endParaRPr lang="en-US" sz="104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Runtime checks align kernel discretization with actual integration time-step.</a:t>
                      </a:r>
                      <a:endParaRPr lang="en-US" sz="104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Less tolerant to loosely specified inputs (fails fast by design).</a:t>
                      </a:r>
                      <a:endParaRPr lang="en-US" sz="104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Persistent state snapshot/restore in interface</a:t>
                      </a:r>
                      <a:endParaRPr lang="en-US" sz="104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Guarantees deterministic trial reruns for 3D coupling sub-iterations.</a:t>
                      </a:r>
                      <a:endParaRPr lang="en-US" sz="104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Adds interface bookkeeping for committed block states.</a:t>
                      </a:r>
                      <a:endParaRPr lang="en-US" sz="104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Exact + truncated convolution modes</a:t>
                      </a:r>
                      <a:endParaRPr lang="en-US" sz="104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Exposes accuracy/performance knob for large kernels and long periods.</a:t>
                      </a:r>
                      <a:endParaRPr lang="en-US" sz="104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Users must choose num_kernel_terms carefully for truncated mode.</a:t>
                      </a:r>
                      <a:endParaRPr lang="en-US" sz="104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1417320"/>
            <a:ext cx="10149840" cy="38404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5179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54680" y="151790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Justification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60920" y="15179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Tradeoff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6903720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694944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Impedance BC implementation comparison: solver + workflow implications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704320" cy="749808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IMPEDANCE vs RCR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9692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Behavioral and practical comparison for model selection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0698480" cy="5440680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149840" cy="4389120"/>
        </p:xfrm>
        <a:graphic>
          <a:graphicData uri="http://schemas.openxmlformats.org/drawingml/2006/table">
            <a:tbl>
              <a:tblPr/>
              <a:tblGrid>
                <a:gridCol w="3383280"/>
                <a:gridCol w="338328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Dimension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IMPEDANCE BC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RCR BC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Memory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One-cycle flow history ring buffer; explicit persistent state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Low-order internal states only; no long kernel memory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Frequency content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Directly encodes structured-tree kernel waveform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Approximates with 3-parameter lumped dynamics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Coupling retries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Designed for trial/accept rollback-safe semantics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Also retry-safe, but without long convolution history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Runtime cost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O(num_kernel_terms) per accepted step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Constant-time low-order update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Input contract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z kernel + global cardiac_period + mode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Rp, C, Rd parameters (+ optional variants)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Use cases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High-fidelity distal bed effects / wave reflections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Fast reduced-order approximation and robust baseline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1417320"/>
            <a:ext cx="10149840" cy="38404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51790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794760" y="151790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IMPEDANCE BC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151790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RCR BC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5989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Practical interpretation: IMPEDANCE provides richer distal dynamics at higher runtime/config complexity; RCR remains the lightweight baseline.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411480" y="6903720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694944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Impedance BC implementation comparison: solver + workflow implications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704320" cy="749808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3D-0D Workflow Implications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9692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the new impedance path behaves inside iterative tuning/submission loops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6766560" cy="5440680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pic>
        <p:nvPicPr>
          <p:cNvPr id="6" name="Image 0" descr="/Users/ndorn/Documents/Stanford/PhD/Marsden_Lab/SimVascular/svz/repos/svZeroDSolver/docs/slides/impedance_bc_impl_comparison_work/assets/generated/iteration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6309360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349240"/>
            <a:ext cx="63550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Tuning artifacts: optimized_params.csv, PA snapshot, tuned 0D coupling config</a:t>
            </a:r>
            <a:endParaRPr lang="en-US" sz="1120" dirty="0"/>
          </a:p>
        </p:txBody>
      </p:sp>
      <p:sp>
        <p:nvSpPr>
          <p:cNvPr id="8" name="Text 5"/>
          <p:cNvSpPr/>
          <p:nvPr/>
        </p:nvSpPr>
        <p:spPr>
          <a:xfrm>
            <a:off x="777240" y="5632704"/>
            <a:ext cx="63550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Gate outputs drive branch: converged -&gt; postop submit, else regenerate reduced PA seed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7406640" y="1097280"/>
            <a:ext cx="3794760" cy="5440680"/>
          </a:xfrm>
          <a:prstGeom prst="roundRect">
            <a:avLst>
              <a:gd name="adj" fmla="val 19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35240" y="137160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5F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Operational implications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635240" y="175564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Impedance tune_space is now validated end-to-end across defaults and patient overrides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635240" y="2066544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 payloads explicitly include convergence state and regeneration path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35240" y="2377440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3D submission logic can pause to needs_review on missing artifacts or failed extraction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635240" y="268833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Pipeline naturally separates physics tuning from scheduler lifecycle handling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635240" y="3840480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B3E0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Relevant modules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635240" y="4160520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svzerodtrees.tuning.iteration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svzt-agent templates/slurm/job_template.sh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svzt config model/load merge rules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411480" y="6903720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694944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Impedance BC implementation comparison: solver + workflow implications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704320" cy="749808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0D Implications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9692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Configuration contract and reproducibility behavior after the refactor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5303520" cy="544068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35331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 contract update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4892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old (removed)
</a:t>
            </a:r>
            <a:pPr indent="0" marL="0">
              <a:buNone/>
            </a:pPr>
            <a:r>
              <a:rPr lang="en-US" sz="99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"bc_values": { "period": 1.0, "Pd": 80000.0, "z": [...] }
</a:t>
            </a:r>
            <a:pPr indent="0" marL="0">
              <a:buNone/>
            </a:pPr>
            <a:r>
              <a:rPr lang="en-US" sz="99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
</a:t>
            </a:r>
            <a:pPr indent="0" marL="0">
              <a:buNone/>
            </a:pPr>
            <a:r>
              <a:rPr lang="en-US" sz="99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"simulation_parameters": { "cardiac_period": 1.0, ... }
</a:t>
            </a:r>
            <a:pPr indent="0" marL="0">
              <a:buNone/>
            </a:pPr>
            <a:r>
              <a:rPr lang="en-US" sz="99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"bc_values": { "Pd": 80000.0, "z": [...], "convolution_mode": "exact" }
</a:t>
            </a:r>
            <a:endParaRPr lang="en-US" sz="990" dirty="0"/>
          </a:p>
        </p:txBody>
      </p:sp>
      <p:sp>
        <p:nvSpPr>
          <p:cNvPr id="8" name="Text 6"/>
          <p:cNvSpPr/>
          <p:nvPr/>
        </p:nvSpPr>
        <p:spPr>
          <a:xfrm>
            <a:off x="749808" y="3886200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Cardiac period is globally defined and consumed by IMPEDANCE at initialization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749808" y="4178808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Kernel length and period/dt mismatch now fail fast with explicit diagnostics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749808" y="447141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Fixture updates moved period declarations from BC block to simulation parameters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5897880" y="1097280"/>
            <a:ext cx="5303520" cy="5440680"/>
          </a:xfrm>
          <a:prstGeom prst="roundRect">
            <a:avLst>
              <a:gd name="adj" fmla="val 13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44768" y="135331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B3E0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Reproducibility and debugging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44768" y="1737360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Deterministic behavior depends on fixed dt and explicit committed-state transitions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6144768" y="2048256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Persistent state serialization includes dt, period steps, kernel terms, and flow history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6144768" y="235915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Corrupted or incompatible persistent payloads trigger guarded runtime failures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6144768" y="2670048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 messages now reference missing/invalid global cardiac_period rather than BC period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6144768" y="425196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005F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Recommended full-0D checklist</a:t>
            </a:r>
            <a:endParaRPr lang="en-US" sz="1330" dirty="0"/>
          </a:p>
        </p:txBody>
      </p:sp>
      <p:sp>
        <p:nvSpPr>
          <p:cNvPr id="18" name="Text 16"/>
          <p:cNvSpPr/>
          <p:nvPr/>
        </p:nvSpPr>
        <p:spPr>
          <a:xfrm>
            <a:off x="6144768" y="4526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 simulation_parameters.cardiac_period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144768" y="4800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Ensure period/dt is an integer count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144768" y="5074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 z length to one period in time steps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144768" y="5349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truncated mode only with validated num_kernel_terms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11480" y="6903720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694944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Impedance BC implementation comparison: solver + workflow implications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704320" cy="749808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from Fixtures and Tests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9692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Kernel and waveform evidence plus explicit test coverage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52120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32588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5F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Kernel fixture evidence</a:t>
            </a:r>
            <a:endParaRPr lang="en-US" sz="1350" dirty="0"/>
          </a:p>
        </p:txBody>
      </p:sp>
      <p:pic>
        <p:nvPicPr>
          <p:cNvPr id="7" name="Image 0" descr="/Users/ndorn/Documents/Stanford/PhD/Marsden_Lab/SimVascular/svz/repos/svZeroDSolver/docs/slides/impedance_bc_impl_comparison_work/assets/generated/kernel_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4709160" cy="2011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89320" y="1097280"/>
            <a:ext cx="52120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36208" y="132588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5F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Flow/pressure fixture evidence</a:t>
            </a:r>
            <a:endParaRPr lang="en-US" sz="1350" dirty="0"/>
          </a:p>
        </p:txBody>
      </p:sp>
      <p:pic>
        <p:nvPicPr>
          <p:cNvPr id="10" name="Image 1" descr="/Users/ndorn/Documents/Stanford/PhD/Marsden_Lab/SimVascular/svz/repos/svZeroDSolver/docs/slides/impedance_bc_impl_comparison_work/assets/generated/flow_pressure_pl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4709160" cy="20116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2920" y="3977640"/>
            <a:ext cx="10698480" cy="256032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2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49808" y="4206240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B3E0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tests and fixtures referenced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49808" y="4526280"/>
            <a:ext cx="10149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tests/cases/pulsatileFlow_R_impedance.json and result_pulsatileFlow_R_impedance.json</a:t>
            </a:r>
            <a:endParaRPr lang="en-US" sz="1110" dirty="0"/>
          </a:p>
        </p:txBody>
      </p:sp>
      <p:sp>
        <p:nvSpPr>
          <p:cNvPr id="14" name="Text 10"/>
          <p:cNvSpPr/>
          <p:nvPr/>
        </p:nvSpPr>
        <p:spPr>
          <a:xfrm>
            <a:off x="749808" y="4828032"/>
            <a:ext cx="10149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tests/test_interface/test_04 (coupling trial/accept deterministic semantics)</a:t>
            </a:r>
            <a:endParaRPr lang="en-US" sz="1110" dirty="0"/>
          </a:p>
        </p:txBody>
      </p:sp>
      <p:sp>
        <p:nvSpPr>
          <p:cNvPr id="15" name="Text 11"/>
          <p:cNvSpPr/>
          <p:nvPr/>
        </p:nvSpPr>
        <p:spPr>
          <a:xfrm>
            <a:off x="749808" y="5129784"/>
            <a:ext cx="10149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src/model/ImpedanceBC.{h,cpp} and src/solve/SimulationParameters.cpp</a:t>
            </a:r>
            <a:endParaRPr lang="en-US" sz="1110" dirty="0"/>
          </a:p>
        </p:txBody>
      </p:sp>
      <p:sp>
        <p:nvSpPr>
          <p:cNvPr id="16" name="Text 12"/>
          <p:cNvSpPr/>
          <p:nvPr/>
        </p:nvSpPr>
        <p:spPr>
          <a:xfrm>
            <a:off x="749808" y="5431536"/>
            <a:ext cx="10149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svzerodtrees/tuning/iteration.py and svzt-agent templates/slurm/job_template.sh</a:t>
            </a:r>
            <a:endParaRPr lang="en-US" sz="1110" dirty="0"/>
          </a:p>
        </p:txBody>
      </p:sp>
      <p:sp>
        <p:nvSpPr>
          <p:cNvPr id="17" name="Text 13"/>
          <p:cNvSpPr/>
          <p:nvPr/>
        </p:nvSpPr>
        <p:spPr>
          <a:xfrm>
            <a:off x="749808" y="587959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Takeaway: the refactor improves contract consistency and coupling safety while preserving a clear runtime cost/accuracy control surface.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411480" y="6903720"/>
            <a:ext cx="10881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11480" y="694944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Impedance BC implementation comparison: solver + workflow implications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SimVascular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Impedance BC Implementation Comparison</dc:title>
  <dc:subject>Impedance BC implementation comparison</dc:subject>
  <dc:creator>Codex</dc:creator>
  <cp:lastModifiedBy>Codex</cp:lastModifiedBy>
  <cp:revision>1</cp:revision>
  <dcterms:created xsi:type="dcterms:W3CDTF">2026-03-12T20:52:42Z</dcterms:created>
  <dcterms:modified xsi:type="dcterms:W3CDTF">2026-03-12T20:52:42Z</dcterms:modified>
</cp:coreProperties>
</file>