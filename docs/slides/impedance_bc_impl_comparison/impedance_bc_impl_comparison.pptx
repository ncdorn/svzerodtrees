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1704638" cy="7315200"/>
  <p:notesSz cx="7315200" cy="1170463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1"/>
    <p:restoredTop sz="94610"/>
  </p:normalViewPr>
  <p:slideViewPr>
    <p:cSldViewPr snapToGrid="0" snapToObjects="1">
      <p:cViewPr varScale="1">
        <p:scale>
          <a:sx n="119" d="100"/>
          <a:sy n="119" d="100"/>
        </p:scale>
        <p:origin x="1032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322950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Comparison method note: master history in this local clone has missing objects, so this footprint is anchored to the impedance-bc commit set around the master merge (bb926fa9, 82ba416d, 161870a5).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106070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00000"/>
                </a:solidFill>
              </a:rPr>
              <a:t>Impedance BC Implementation Review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786384"/>
            <a:ext cx="10607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000000"/>
                </a:solidFill>
              </a:rPr>
              <a:t>MASTER-focused check: localized solver impact, BC behavior, and workflow implications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1170432"/>
            <a:ext cx="1060704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40080" y="1444752"/>
            <a:ext cx="5669280" cy="49834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/Users/ndorn/Documents/Stanford/PhD/Marsden_Lab/SimVascular/svz/repos/svZeroDSolver/docs/slides/impedance_bc_impl_comparison_work/assets/generated/iteration_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700784"/>
            <a:ext cx="5212080" cy="45262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29400" y="1664208"/>
            <a:ext cx="42976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0000"/>
                </a:solidFill>
              </a:rPr>
              <a:t>This revision focuses on: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583680" y="2121408"/>
            <a:ext cx="4389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100" dirty="0">
                <a:solidFill>
                  <a:srgbClr val="000000"/>
                </a:solidFill>
              </a:rPr>
              <a:t>Structural impact against master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6583680" y="2907792"/>
            <a:ext cx="4389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100" dirty="0">
                <a:solidFill>
                  <a:srgbClr val="000000"/>
                </a:solidFill>
              </a:rPr>
              <a:t>What changed inside IMPEDANCE BC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6583680" y="3694176"/>
            <a:ext cx="4389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100" dirty="0">
                <a:solidFill>
                  <a:srgbClr val="000000"/>
                </a:solidFill>
              </a:rPr>
              <a:t>Why minimal support hooks were added</a:t>
            </a:r>
            <a:endParaRPr lang="en-US" sz="2100" dirty="0"/>
          </a:p>
        </p:txBody>
      </p:sp>
      <p:sp>
        <p:nvSpPr>
          <p:cNvPr id="11" name="Text 8"/>
          <p:cNvSpPr/>
          <p:nvPr/>
        </p:nvSpPr>
        <p:spPr>
          <a:xfrm>
            <a:off x="6583680" y="4480560"/>
            <a:ext cx="4389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100" dirty="0">
                <a:solidFill>
                  <a:srgbClr val="000000"/>
                </a:solidFill>
              </a:rPr>
              <a:t>What this means for 3D-0D and full 0D runs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6583680" y="5961888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0000"/>
                </a:solidFill>
              </a:rPr>
              <a:t>Top line: no broad solver rewrite was introduced.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6903720"/>
            <a:ext cx="1060704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106070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00000"/>
                </a:solidFill>
              </a:rPr>
              <a:t>Architecture Context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786384"/>
            <a:ext cx="10607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000000"/>
                </a:solidFill>
              </a:rPr>
              <a:t>The same IMPEDANCE logic is used in both full 0D and coupled 3D-0D workflows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1170432"/>
            <a:ext cx="1060704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40080" y="1444752"/>
            <a:ext cx="10424160" cy="39319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/Users/ndorn/Documents/Stanford/PhD/Marsden_Lab/SimVascular/svz/repos/svZeroDSolver/docs/slides/impedance_bc_impl_comparison_work/assets/generated/architecture_context_sim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691640"/>
            <a:ext cx="9966960" cy="35204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5532120"/>
            <a:ext cx="100584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Full 0D: standard model execution path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68680" y="6135624"/>
            <a:ext cx="100584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3D-0D: retry loop needs rollback-safe internal state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868680" y="6739128"/>
            <a:ext cx="100584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Shared IMPEDANCE runtime rules across both modes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548640" y="6903720"/>
            <a:ext cx="1060704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106070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00000"/>
                </a:solidFill>
              </a:rPr>
              <a:t>Structural Footprint vs master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786384"/>
            <a:ext cx="10607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000000"/>
                </a:solidFill>
              </a:rPr>
              <a:t>Changes are concentrated in IMPEDANCE logic plus a small set of support hooks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1170432"/>
            <a:ext cx="1060704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40080" y="1444752"/>
            <a:ext cx="10424160" cy="38862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/Users/ndorn/Documents/Stanford/PhD/Marsden_Lab/SimVascular/svz/repos/svZeroDSolver/docs/slides/impedance_bc_impl_comparison_work/assets/generated/main_diff_touchpoi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700783"/>
            <a:ext cx="9966960" cy="385876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5559552"/>
            <a:ext cx="100584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Core additions stay inside IMPEDANCE BC and its config wiring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68680" y="6163056"/>
            <a:ext cx="100584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Support hooks are limited to state snapshot/restore and timestep acceptance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868680" y="6766560"/>
            <a:ext cx="100584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No solver loop redesign or global architecture change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548640" y="6903720"/>
            <a:ext cx="1060704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106070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00000"/>
                </a:solidFill>
              </a:rPr>
              <a:t>How IMPEDANCE BC Works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786384"/>
            <a:ext cx="10607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000000"/>
                </a:solidFill>
              </a:rPr>
              <a:t>Pressure is computed from current flow plus accepted one-cycle flow history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1170432"/>
            <a:ext cx="1060704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40080" y="1444752"/>
            <a:ext cx="7132320" cy="49834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/Users/ndorn/Documents/Stanford/PhD/Marsden_Lab/SimVascular/svz/repos/svZeroDSolver/docs/slides/impedance_bc_impl_comparison_work/assets/generated/convolution_ringbuffer_schemat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700784"/>
            <a:ext cx="6675120" cy="4572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28432" y="1737360"/>
            <a:ext cx="2971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00000"/>
                </a:solidFill>
              </a:rPr>
              <a:t>Key runtime behaviors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7973568" y="2176272"/>
            <a:ext cx="3063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00000"/>
                </a:solidFill>
              </a:rPr>
              <a:t>Implicit current-flow term enters matrix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7973568" y="2980944"/>
            <a:ext cx="3063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00000"/>
                </a:solidFill>
              </a:rPr>
              <a:t>Lagged terms use accepted history only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7973568" y="3785616"/>
            <a:ext cx="3063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00000"/>
                </a:solidFill>
              </a:rPr>
              <a:t>Startup follows one-cycle warm-up semantics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7973568" y="4590288"/>
            <a:ext cx="3063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00000"/>
                </a:solidFill>
              </a:rPr>
              <a:t>Supports exact or truncated kernel mode</a:t>
            </a:r>
            <a:endParaRPr lang="en-US" sz="1900" dirty="0"/>
          </a:p>
        </p:txBody>
      </p:sp>
      <p:sp>
        <p:nvSpPr>
          <p:cNvPr id="12" name="Shape 9"/>
          <p:cNvSpPr/>
          <p:nvPr/>
        </p:nvSpPr>
        <p:spPr>
          <a:xfrm>
            <a:off x="548640" y="6903720"/>
            <a:ext cx="1060704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106070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00000"/>
                </a:solidFill>
              </a:rPr>
              <a:t>Support Hooks Outside IMPEDANCE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786384"/>
            <a:ext cx="10607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000000"/>
                </a:solidFill>
              </a:rPr>
              <a:t>Small cross-cutting additions were made to keep coupling retries safe and deterministic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1170432"/>
            <a:ext cx="1060704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40080" y="1444752"/>
            <a:ext cx="7132320" cy="49834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/Users/ndorn/Documents/Stanford/PhD/Marsden_Lab/SimVascular/svz/repos/svZeroDSolver/docs/slides/impedance_bc_impl_comparison_work/assets/generated/coupling_state_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682496"/>
            <a:ext cx="6675120" cy="45902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973568" y="1975104"/>
            <a:ext cx="3063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00000"/>
                </a:solidFill>
              </a:rPr>
              <a:t>Interface snapshots accepted persistent state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7973568" y="2761488"/>
            <a:ext cx="3063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00000"/>
                </a:solidFill>
              </a:rPr>
              <a:t>update_state restores snapshot before each trial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7973568" y="3547872"/>
            <a:ext cx="3063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00000"/>
                </a:solidFill>
              </a:rPr>
              <a:t>Integrator calls accept_timestep only on accepted steps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7973568" y="4334256"/>
            <a:ext cx="3063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00000"/>
                </a:solidFill>
              </a:rPr>
              <a:t>Steady-init path clears dt-dependent persistent memory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7973568" y="5779008"/>
            <a:ext cx="3063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00000"/>
                </a:solidFill>
              </a:rPr>
              <a:t>Why: preserve deterministic retries and avoid stale-memory carryover.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548640" y="6903720"/>
            <a:ext cx="1060704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106070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00000"/>
                </a:solidFill>
              </a:rPr>
              <a:t>IMPEDANCE vs RCR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786384"/>
            <a:ext cx="10607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000000"/>
                </a:solidFill>
              </a:rPr>
              <a:t>Both remain supported; choice depends on fidelity needs and runtime budget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1170432"/>
            <a:ext cx="1060704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40080" y="1444752"/>
            <a:ext cx="7315200" cy="46634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/Users/ndorn/Documents/Stanford/PhD/Marsden_Lab/SimVascular/svz/repos/svZeroDSolver/docs/slides/impedance_bc_impl_comparison_work/assets/generated/impedance_vs_rcr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691640"/>
            <a:ext cx="6858000" cy="42519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56448" y="2139696"/>
            <a:ext cx="2788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IMPEDANCE: richer waveform behavior with memory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156448" y="2999232"/>
            <a:ext cx="2788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RCR: faster baseline model with simpler dynamics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8156448" y="3858768"/>
            <a:ext cx="2788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Select model type based on study objective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8156448" y="5650992"/>
            <a:ext cx="278892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00000"/>
                </a:solidFill>
              </a:rPr>
              <a:t>Comparison is behavioral and use-case driven.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548640" y="6903720"/>
            <a:ext cx="1060704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106070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00000"/>
                </a:solidFill>
              </a:rPr>
              <a:t>Practical Implications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786384"/>
            <a:ext cx="10607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000000"/>
                </a:solidFill>
              </a:rPr>
              <a:t>Impact summary for coupled 3D-0D tuning loops and standard full 0D execution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1170432"/>
            <a:ext cx="1060704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40080" y="1444752"/>
            <a:ext cx="5806440" cy="49834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/Users/ndorn/Documents/Stanford/PhD/Marsden_Lab/SimVascular/svz/repos/svZeroDSolver/docs/slides/impedance_bc_impl_comparison_work/assets/generated/iteration_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682496"/>
            <a:ext cx="5349240" cy="4572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720840" y="1700784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0000"/>
                </a:solidFill>
              </a:rPr>
              <a:t>3D-0D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720840" y="2139696"/>
            <a:ext cx="4160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Retry loops remain deterministic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6720840" y="2907792"/>
            <a:ext cx="4160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State rollback is explicit and controlled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720840" y="3675888"/>
            <a:ext cx="4160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Accept/commit boundary is clearer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720840" y="4480560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0000"/>
                </a:solidFill>
              </a:rPr>
              <a:t>Full 0D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6720840" y="4956048"/>
            <a:ext cx="4160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00000"/>
                </a:solidFill>
              </a:rPr>
              <a:t>Configuration remains straightforward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6720840" y="5614416"/>
            <a:ext cx="4160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00000"/>
                </a:solidFill>
              </a:rPr>
              <a:t>Validation checks catch kernel and timestep inconsistencies</a:t>
            </a:r>
            <a:endParaRPr lang="en-US" sz="1900" dirty="0"/>
          </a:p>
        </p:txBody>
      </p:sp>
      <p:sp>
        <p:nvSpPr>
          <p:cNvPr id="14" name="Text 11"/>
          <p:cNvSpPr/>
          <p:nvPr/>
        </p:nvSpPr>
        <p:spPr>
          <a:xfrm>
            <a:off x="6720840" y="6272784"/>
            <a:ext cx="4160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00000"/>
                </a:solidFill>
              </a:rPr>
              <a:t>Reproducibility improves through explicit persistent-state handling</a:t>
            </a:r>
            <a:endParaRPr lang="en-US" sz="1900" dirty="0"/>
          </a:p>
        </p:txBody>
      </p:sp>
      <p:sp>
        <p:nvSpPr>
          <p:cNvPr id="15" name="Shape 12"/>
          <p:cNvSpPr/>
          <p:nvPr/>
        </p:nvSpPr>
        <p:spPr>
          <a:xfrm>
            <a:off x="548640" y="6903720"/>
            <a:ext cx="1060704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106070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00000"/>
                </a:solidFill>
              </a:rPr>
              <a:t>Evidence and Takeaway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786384"/>
            <a:ext cx="10607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000000"/>
                </a:solidFill>
              </a:rPr>
              <a:t>Tests and fixtures support the implementation claims and runtime behavior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1170432"/>
            <a:ext cx="1060704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40080" y="1444752"/>
            <a:ext cx="5120640" cy="34290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943600" y="1444752"/>
            <a:ext cx="5120640" cy="34290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0" descr="/Users/ndorn/Documents/Stanford/PhD/Marsden_Lab/SimVascular/svz/repos/svZeroDSolver/docs/slides/impedance_bc_impl_comparison_work/assets/generated/kernel_pl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691640"/>
            <a:ext cx="4663440" cy="2971800"/>
          </a:xfrm>
          <a:prstGeom prst="rect">
            <a:avLst/>
          </a:prstGeom>
        </p:spPr>
      </p:pic>
      <p:pic>
        <p:nvPicPr>
          <p:cNvPr id="8" name="Image 1" descr="/Users/ndorn/Documents/Stanford/PhD/Marsden_Lab/SimVascular/svz/repos/svZeroDSolver/docs/slides/impedance_bc_impl_comparison_work/assets/generated/flow_pressure_pl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691640"/>
            <a:ext cx="4663440" cy="29718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68680" y="5029200"/>
            <a:ext cx="100584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00000"/>
                </a:solidFill>
              </a:rPr>
              <a:t>Impedance fixture validates kernel and waveform behavior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868680" y="5596128"/>
            <a:ext cx="100584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00000"/>
                </a:solidFill>
              </a:rPr>
              <a:t>Interface test_04 validates retry determinism and commit effect</a:t>
            </a:r>
            <a:endParaRPr lang="en-US" sz="1900" dirty="0"/>
          </a:p>
        </p:txBody>
      </p:sp>
      <p:sp>
        <p:nvSpPr>
          <p:cNvPr id="11" name="Text 7"/>
          <p:cNvSpPr/>
          <p:nvPr/>
        </p:nvSpPr>
        <p:spPr>
          <a:xfrm>
            <a:off x="868680" y="6163056"/>
            <a:ext cx="100584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00000"/>
                </a:solidFill>
              </a:rPr>
              <a:t>Overall result: targeted implementation with stable coupling behavior</a:t>
            </a:r>
            <a:endParaRPr lang="en-US" sz="1900" dirty="0"/>
          </a:p>
        </p:txBody>
      </p:sp>
      <p:sp>
        <p:nvSpPr>
          <p:cNvPr id="12" name="Shape 8"/>
          <p:cNvSpPr/>
          <p:nvPr/>
        </p:nvSpPr>
        <p:spPr>
          <a:xfrm>
            <a:off x="548640" y="6903720"/>
            <a:ext cx="1060704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1018</TotalTime>
  <Words>410</Words>
  <Application>Microsoft Macintosh PowerPoint</Application>
  <PresentationFormat>Custom</PresentationFormat>
  <Paragraphs>62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0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SimVascular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Impedance BC Implementation</dc:title>
  <dc:subject>Impedance BC implementation review</dc:subject>
  <dc:creator>Codex</dc:creator>
  <cp:lastModifiedBy>Nicholas Cannon Dorn</cp:lastModifiedBy>
  <cp:revision>2</cp:revision>
  <dcterms:created xsi:type="dcterms:W3CDTF">2026-03-12T23:06:24Z</dcterms:created>
  <dcterms:modified xsi:type="dcterms:W3CDTF">2026-03-13T16:27:12Z</dcterms:modified>
</cp:coreProperties>
</file>