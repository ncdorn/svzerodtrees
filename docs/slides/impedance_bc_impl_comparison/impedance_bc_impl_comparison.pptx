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1704320" cy="7315200"/>
  <p:notesSz cx="7315200" cy="117043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method note: master history in this local clone has missing objects, so this footprint is anchored to the impedance-bc commit set around the master merge (bb926fa9, 82ba416d, 161870a5).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Impedance BC Implementation Review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MASTER-focused check: localized solver impact, BC behavior, and workflow implications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566928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Users/ndorn/Documents/Stanford/PhD/Marsden_Lab/SimVascular/svz/repos/svZeroDSolver/docs/slides/impedance_bc_impl_comparison_work/assets/generated/iteration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00784"/>
            <a:ext cx="52120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29400" y="1664208"/>
            <a:ext cx="4297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This revision focuses on: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0" y="2121408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Structural impact against master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583680" y="2907792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What changed inside IMPEDANCE BC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583680" y="3694176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Why minimal support hooks were added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583680" y="4480560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</a:rPr>
              <a:t>What this means for 3D-0D and full 0D runs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596188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Top line: no broad solver rewrite was introduced.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Architecture Context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The same IMPEDANCE logic is used in both full 0D and coupled 3D-0D workflows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10424160" cy="3931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Users/ndorn/Documents/Stanford/PhD/Marsden_Lab/SimVascular/svz/repos/svZeroDSolver/docs/slides/impedance_bc_impl_comparison_work/assets/generated/architecture_context_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9966960" cy="3520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532120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Full 0D: standard model execution path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6135624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3D-0D: retry loop needs rollback-safe internal state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6739128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Shared IMPEDANCE runtime rules across both modes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Structural Footprint vs master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Changes are concentrated in IMPEDANCE logic plus a small set of support hooks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10424160" cy="3886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Users/ndorn/Documents/Stanford/PhD/Marsden_Lab/SimVascular/svz/repos/svZeroDSolver/docs/slides/impedance_bc_impl_comparison_work/assets/generated/main_diff_touch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00784"/>
            <a:ext cx="996696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559552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Core additions stay inside IMPEDANCE BC and its config wiring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6163056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Support hooks are limited to state snapshot/restore and timestep acceptance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6766560"/>
            <a:ext cx="10058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No solver loop redesign or global architecture change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How IMPEDANCE BC Works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Pressure is computed from current flow plus accepted one-cycle flow history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713232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Users/ndorn/Documents/Stanford/PhD/Marsden_Lab/SimVascular/svz/repos/svZeroDSolver/docs/slides/impedance_bc_impl_comparison_work/assets/generated/convolution_ringbuffer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00784"/>
            <a:ext cx="66751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28432" y="1737360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</a:rPr>
              <a:t>Key runtime behaviors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973568" y="2176272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Implicit current-flow term enters matrix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973568" y="2980944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Lagged terms use accepted history only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973568" y="3785616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Startup follows one-cycle warm-up semantics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973568" y="4590288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Supports exact or truncated kernel mode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Support Hooks Outside IMPEDANCE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Small cross-cutting additions were made to keep coupling retries safe and deterministic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713232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Users/ndorn/Documents/Stanford/PhD/Marsden_Lab/SimVascular/svz/repos/svZeroDSolver/docs/slides/impedance_bc_impl_comparison_work/assets/generated/coupling_stat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82496"/>
            <a:ext cx="6675120" cy="45902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73568" y="1975104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Interface snapshots accepted persistent state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973568" y="2761488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update_state restores snapshot before each trial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973568" y="3547872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Integrator calls accept_timestep only on accepted steps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973568" y="4334256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Steady-init path clears dt-dependent persistent memory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973568" y="5779008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</a:rPr>
              <a:t>Why: preserve deterministic retries and avoid stale-memory carryover.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IMPEDANCE vs RCR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Both remain supported; choice depends on fidelity needs and runtime budget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7315200" cy="4663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Users/ndorn/Documents/Stanford/PhD/Marsden_Lab/SimVascular/svz/repos/svZeroDSolver/docs/slides/impedance_bc_impl_comparison_work/assets/generated/impedance_vs_rcr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6858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56448" y="2139696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IMPEDANCE: richer waveform behavior with memory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56448" y="2999232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RCR: faster baseline model with simpler dynamics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56448" y="3858768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Select model type based on study objective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156448" y="5650992"/>
            <a:ext cx="2788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</a:rPr>
              <a:t>Comparison is behavioral and use-case driven.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Practical Implications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Impact summary for coupled 3D-0D tuning loops and standard full 0D execution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5806440" cy="4983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Users/ndorn/Documents/Stanford/PhD/Marsden_Lab/SimVascular/svz/repos/svZeroDSolver/docs/slides/impedance_bc_impl_comparison_work/assets/generated/iteration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82496"/>
            <a:ext cx="534924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20840" y="170078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3D-0D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720840" y="2139696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Retry loops remain deterministic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720840" y="2907792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State rollback is explicit and controlled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720840" y="3675888"/>
            <a:ext cx="4160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Accept/commit boundary is clearer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720840" y="448056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Full 0D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720840" y="4956048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Configuration remains straightforward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720840" y="5614416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Validation checks catch kernel and timestep inconsistencies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720840" y="6272784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Reproducibility improves through explicit persistent-state handling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0607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Evidence and Takeaway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Tests and fixtures support the implementation claims and runtime behavior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60704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44752"/>
            <a:ext cx="5120640" cy="3429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444752"/>
            <a:ext cx="5120640" cy="3429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9D9"/>
            </a:solidFill>
            <a:prstDash val="solid"/>
          </a:ln>
        </p:spPr>
      </p:sp>
      <p:pic>
        <p:nvPicPr>
          <p:cNvPr id="7" name="Image 0" descr="/Users/ndorn/Documents/Stanford/PhD/Marsden_Lab/SimVascular/svz/repos/svZeroDSolver/docs/slides/impedance_bc_impl_comparison_work/assets/generated/kernel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4663440" cy="2971800"/>
          </a:xfrm>
          <a:prstGeom prst="rect">
            <a:avLst/>
          </a:prstGeom>
        </p:spPr>
      </p:pic>
      <p:pic>
        <p:nvPicPr>
          <p:cNvPr id="8" name="Image 1" descr="/Users/ndorn/Documents/Stanford/PhD/Marsden_Lab/SimVascular/svz/repos/svZeroDSolver/docs/slides/impedance_bc_impl_comparison_work/assets/generated/flow_pressure_pl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4663440" cy="2971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5029200"/>
            <a:ext cx="10058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Impedance fixture validates kernel and waveform behavior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68680" y="5596128"/>
            <a:ext cx="10058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Interface test_04 validates retry determinism and commit effect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68680" y="6163056"/>
            <a:ext cx="10058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00000"/>
                </a:solidFill>
              </a:rPr>
              <a:t>Overall result: targeted implementation with stable coupling behavior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48640" y="6903720"/>
            <a:ext cx="106070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SimVascular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Impedance BC Implementation</dc:title>
  <dc:subject>Impedance BC implementation review</dc:subject>
  <dc:creator>Codex</dc:creator>
  <cp:lastModifiedBy>Codex</cp:lastModifiedBy>
  <cp:revision>1</cp:revision>
  <dcterms:created xsi:type="dcterms:W3CDTF">2026-03-12T23:06:24Z</dcterms:created>
  <dcterms:modified xsi:type="dcterms:W3CDTF">2026-03-12T23:06:24Z</dcterms:modified>
</cp:coreProperties>
</file>